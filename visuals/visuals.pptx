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629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z Livneh" userId="92093a56c1ddfbc8" providerId="LiveId" clId="{8A4634CE-7815-418B-9A30-E815D1F08C92}"/>
    <pc:docChg chg="undo custSel modSld">
      <pc:chgData name="Oz Livneh" userId="92093a56c1ddfbc8" providerId="LiveId" clId="{8A4634CE-7815-418B-9A30-E815D1F08C92}" dt="2026-02-22T22:01:12.867" v="8" actId="207"/>
      <pc:docMkLst>
        <pc:docMk/>
      </pc:docMkLst>
      <pc:sldChg chg="addSp modSp mod">
        <pc:chgData name="Oz Livneh" userId="92093a56c1ddfbc8" providerId="LiveId" clId="{8A4634CE-7815-418B-9A30-E815D1F08C92}" dt="2026-02-22T22:01:12.867" v="8" actId="207"/>
        <pc:sldMkLst>
          <pc:docMk/>
          <pc:sldMk cId="5968320" sldId="257"/>
        </pc:sldMkLst>
        <pc:spChg chg="add mod">
          <ac:chgData name="Oz Livneh" userId="92093a56c1ddfbc8" providerId="LiveId" clId="{8A4634CE-7815-418B-9A30-E815D1F08C92}" dt="2026-02-22T22:01:12.867" v="8" actId="207"/>
          <ac:spMkLst>
            <pc:docMk/>
            <pc:sldMk cId="5968320" sldId="257"/>
            <ac:spMk id="6" creationId="{A3B2E134-ABB0-0255-24AB-DBDC6EA18C68}"/>
          </ac:spMkLst>
        </pc:spChg>
        <pc:picChg chg="mod">
          <ac:chgData name="Oz Livneh" userId="92093a56c1ddfbc8" providerId="LiveId" clId="{8A4634CE-7815-418B-9A30-E815D1F08C92}" dt="2026-02-22T22:00:56.185" v="6" actId="1076"/>
          <ac:picMkLst>
            <pc:docMk/>
            <pc:sldMk cId="5968320" sldId="257"/>
            <ac:picMk id="5" creationId="{1228E4B3-A38D-099D-2FDC-946BE26EC5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7BF9-17D3-3558-62A8-0DA57AC70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295BB-232E-243D-DF6F-D153B146D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FF772-1976-49E7-9126-0825046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7011D-920A-DB7D-0532-A9D3B16F0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E5DBB-13DD-5296-A7B1-51FE6190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267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F038-CB27-CF7B-1125-2CC9F7FD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064C-6E37-9EC8-FA2D-0124EBDF7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F4E87-0B0F-E934-883B-0F77F888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DD094-7C7F-DCC6-6620-8EFB4478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36A81-85A0-2FEE-0860-4ACC04D6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660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93AE-E5D0-2CAF-47BD-C629902E4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DB4B7-B61D-212E-F09E-7800596B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14EA-8903-E736-8AE2-1C78A790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126B7-1103-CF71-7EC2-C8B88BD8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FC732-0645-4D31-18CA-9D60EBD7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052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8AED-4DD6-97F2-9C12-2D1742C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0D497-944B-A2FB-3D19-7D711C371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AC6D5-9AC3-4C24-0517-1E01C9179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5F9A9-5A8B-6DF8-A3B8-2A2C3B7C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696D8-5A67-B46E-0141-3477DDF6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86AD3-FD86-AA46-9C8F-B409B14E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48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12CF-F2D9-0C52-FFF6-4BE7BB50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3BB97-295D-E341-521E-70EF725F7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8C92D-E5D6-D23A-1733-7168FBA0E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A453C-379E-531A-52A2-E0CA8EAE3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A64BB-8362-7010-061A-73186A0EE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7846B-007B-C027-6325-CAC4B874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C46C82-E865-70CD-74C6-9A4E67F2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6546B-7702-FDFB-922B-4A3C996BB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9961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1C8B-DB5F-2784-D574-22B6BA4E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F7EEC-58BA-19E6-6696-7B9A7DFB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BFF82-E67F-A47D-01C1-CC39D13E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8955A-A690-018E-11D2-35053932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509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65F3B-F87B-A4B7-5D8F-A0509A42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DC347-157A-E77B-E906-9655CC29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D91B5-DD87-C05A-BA48-B32A0279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37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9A7F-E524-030F-36B0-3AB88B58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8ED1-7EE0-9EAF-679E-CCB97807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484B4-BB72-7329-4E82-6404EA0DF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EB2A7-84A5-2B70-64B7-37CFC17A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5E5E7-873D-CF72-4E61-1DBFF62B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DCB08-0B22-884F-FE57-46AFB825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064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D25D-BC0A-B132-2936-58F7B6FF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A3EA2-24E0-3CD7-6533-BC5916DA4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E949C-8D92-E320-2420-5F5857F92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F15B9-B4C2-E3F0-BD14-94ED272D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B3BC1-27D0-BF0C-C021-067782AA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926B5-E7AC-DE57-DDF4-434DF2A7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524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CCCD-8180-9B5B-E228-B047C5A8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31ABD-436A-6436-9D5E-2EC169BB5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12322-929F-B566-7863-5DCA4815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8D208-908E-43EC-7DE4-041AF313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04C4-CACA-371C-2589-584BC9D0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368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58C3C6-4E82-8509-2478-BC390996C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B0014-A5C6-22D4-AFDD-21BF5881C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5438-648C-14E0-2AFD-DF634D68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56AB8-08F7-363A-0B98-D42872FD4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571C0-31EA-5EF1-3E1C-1BCD056B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589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31CC2-E23A-CD27-1D1B-6A1CBDA7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5A605-23DE-AD00-E140-2BB12F405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E9D7-62D9-6F68-E7F8-D71E04574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3155-42AF-421B-AC48-39909CA2F33E}" type="datetimeFigureOut">
              <a:rPr lang="en-IL" smtClean="0"/>
              <a:t>22/02/2026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7A30-EEC9-673C-A9AC-656ACFA0E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220B-A6F8-E814-0A33-450FEE6A7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309E9-7C3F-45C1-B290-B7A1D8632AB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185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4EAD1E-A938-A3BE-2211-0E67E9C4EE71}"/>
              </a:ext>
            </a:extLst>
          </p:cNvPr>
          <p:cNvSpPr/>
          <p:nvPr/>
        </p:nvSpPr>
        <p:spPr>
          <a:xfrm>
            <a:off x="3123016" y="1075583"/>
            <a:ext cx="6106265" cy="5131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7E9D-4C4A-A7FB-3C00-9EF3895DB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49" t="10932" r="25467" b="2314"/>
          <a:stretch>
            <a:fillRect/>
          </a:stretch>
        </p:blipFill>
        <p:spPr>
          <a:xfrm>
            <a:off x="3123016" y="1075583"/>
            <a:ext cx="6106265" cy="513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48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28E4B3-A38D-099D-2FDC-946BE26EC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51" y="0"/>
            <a:ext cx="8276897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B2E134-ABB0-0255-24AB-DBDC6EA18C68}"/>
              </a:ext>
            </a:extLst>
          </p:cNvPr>
          <p:cNvSpPr/>
          <p:nvPr/>
        </p:nvSpPr>
        <p:spPr>
          <a:xfrm>
            <a:off x="9565666" y="6192336"/>
            <a:ext cx="497472" cy="454831"/>
          </a:xfrm>
          <a:prstGeom prst="rect">
            <a:avLst/>
          </a:prstGeom>
          <a:solidFill>
            <a:srgbClr val="14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68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Oz Livneh</dc:creator>
  <cp:lastModifiedBy>Oz Livneh</cp:lastModifiedBy>
  <cp:revision>1</cp:revision>
  <dcterms:created xsi:type="dcterms:W3CDTF">2026-02-22T21:48:31Z</dcterms:created>
  <dcterms:modified xsi:type="dcterms:W3CDTF">2026-02-22T22:03:09Z</dcterms:modified>
</cp:coreProperties>
</file>